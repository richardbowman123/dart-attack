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8" d="100"/>
          <a:sy n="68" d="100"/>
        </p:scale>
        <p:origin x="4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Bowman" userId="181bc574-a5d9-47c7-a5c9-d5c1461b35bd" providerId="ADAL" clId="{CB4111C0-5682-4F80-A0F3-E453E2D7F1C6}"/>
    <pc:docChg chg="modSld">
      <pc:chgData name="Richard Bowman" userId="181bc574-a5d9-47c7-a5c9-d5c1461b35bd" providerId="ADAL" clId="{CB4111C0-5682-4F80-A0F3-E453E2D7F1C6}" dt="2026-03-14T14:11:17.323" v="7" actId="732"/>
      <pc:docMkLst>
        <pc:docMk/>
      </pc:docMkLst>
      <pc:sldChg chg="addSp modSp mod">
        <pc:chgData name="Richard Bowman" userId="181bc574-a5d9-47c7-a5c9-d5c1461b35bd" providerId="ADAL" clId="{CB4111C0-5682-4F80-A0F3-E453E2D7F1C6}" dt="2026-03-14T14:11:17.323" v="7" actId="732"/>
        <pc:sldMkLst>
          <pc:docMk/>
          <pc:sldMk cId="3484509595" sldId="256"/>
        </pc:sldMkLst>
        <pc:picChg chg="add mod">
          <ac:chgData name="Richard Bowman" userId="181bc574-a5d9-47c7-a5c9-d5c1461b35bd" providerId="ADAL" clId="{CB4111C0-5682-4F80-A0F3-E453E2D7F1C6}" dt="2026-03-14T14:10:36.070" v="3" actId="14100"/>
          <ac:picMkLst>
            <pc:docMk/>
            <pc:sldMk cId="3484509595" sldId="256"/>
            <ac:picMk id="7" creationId="{E57CBC10-9C36-F064-966E-4218BE2BEF82}"/>
          </ac:picMkLst>
        </pc:picChg>
        <pc:picChg chg="add mod modCrop">
          <ac:chgData name="Richard Bowman" userId="181bc574-a5d9-47c7-a5c9-d5c1461b35bd" providerId="ADAL" clId="{CB4111C0-5682-4F80-A0F3-E453E2D7F1C6}" dt="2026-03-14T14:11:17.323" v="7" actId="732"/>
          <ac:picMkLst>
            <pc:docMk/>
            <pc:sldMk cId="3484509595" sldId="256"/>
            <ac:picMk id="9" creationId="{CE6C4ACA-DF09-9663-ABF1-EF089CB7CBF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16A2-4147-45F8-14EA-2B10A49F18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7C2C16-0A72-B154-E784-DF62AD69AC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3CF22-ACA6-FFC7-0663-7CACAB3B1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9F73-1E0B-4C2A-B9F8-9F39E7BEF0ED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55E09-607A-F45B-86B6-B781B9105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FCE9C-E0A7-7AE7-1D86-9221C7437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48B6-08FA-4EE3-9036-FDD31D077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7765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9B200-6BA2-4ECA-3068-19F4C79E6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9422B-5DCF-A549-A870-9A91A9D08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C6EA6-27C8-648E-87C6-AEABE93CC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9F73-1E0B-4C2A-B9F8-9F39E7BEF0ED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F2A84-7445-FB49-D839-6DF25102C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CD847-E114-913D-24F6-F7D987894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48B6-08FA-4EE3-9036-FDD31D077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466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DDC7C-A16E-78CA-414C-A3DA7AA47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FB99E-8F07-2A27-7E44-7DB90D776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DF4B2-26D7-48B7-63EB-AE091CAF9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9F73-1E0B-4C2A-B9F8-9F39E7BEF0ED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51DDD-710C-120C-E719-34B1FB98C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5D974-CEA4-0D11-3C03-708E0D150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48B6-08FA-4EE3-9036-FDD31D077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5548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CD8C4-EFDF-B7E0-C65E-088DDA4CD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BCE10-C179-FE38-1084-4EBE463A1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70B21-875C-8C0A-B20F-141476EF3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14ED8-5B47-314A-7F43-C817BE2CD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9F73-1E0B-4C2A-B9F8-9F39E7BEF0ED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A0C4B-0CBE-A18B-F977-2D2C62C07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2EC88-E026-F4EB-9D42-A6C522B7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48B6-08FA-4EE3-9036-FDD31D077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686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8F0A9-F894-2AC6-BAD5-7916586C8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276F1-4201-99C3-669A-B02DB4719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C11CBD-B5D8-6960-D41A-B39C19101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7681D0-D7D0-EE1E-A613-76D898B30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26CE71-9344-A603-65E7-DB1B23BE3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E77255-5D54-F118-743E-99F14A345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9F73-1E0B-4C2A-B9F8-9F39E7BEF0ED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6082D-36C8-014B-79D6-BCEBAC5EF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1DEF8B-7259-331D-4D87-AD22D396E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48B6-08FA-4EE3-9036-FDD31D077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62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FE1F5-6A54-1019-1FF9-EFC1FB1A3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26A12C-D652-3DF1-0D15-774F00EB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9F73-1E0B-4C2A-B9F8-9F39E7BEF0ED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5E31F-486B-050B-F596-D588FCA7C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4CD8AE-0801-E59D-FD62-04B0214D5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48B6-08FA-4EE3-9036-FDD31D077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122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1EB05A-BED9-8B7F-9F81-22746449F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9F73-1E0B-4C2A-B9F8-9F39E7BEF0ED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F1B0A3-381A-2188-18AF-C8A8ADB8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E4765-9716-BE94-3F65-2E5576464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48B6-08FA-4EE3-9036-FDD31D077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3561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1680E-7F65-9014-0716-B62C67A41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6A356-5AB1-05CE-7918-1A6CF1593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9277B6-349C-A9C0-7497-447CEAD3F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B1C8D-CB06-915B-C9AC-6D86DB75E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9F73-1E0B-4C2A-B9F8-9F39E7BEF0ED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4C5A0-0DC8-A0ED-A8CD-60CDE13CC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58413-A481-F4D2-358F-565A1BFF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48B6-08FA-4EE3-9036-FDD31D077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174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2AEB3-7199-3AE8-C320-59EDA4F97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4160CA-6600-2B9F-89AC-E5F2F36E76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D0500F-D10B-9C1B-E361-FAA6525B1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D85DA-FFAA-BB88-68C5-942547A6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9F73-1E0B-4C2A-B9F8-9F39E7BEF0ED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512E1-6491-FF0D-670F-D65F9B75C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02124C-D491-D089-1048-FE99A4103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48B6-08FA-4EE3-9036-FDD31D077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149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6AD14-DAB9-CDAE-C4DF-1E315566A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4362D7-6EBF-18FC-047D-6B35222A66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24066-2398-C434-F30B-C01BCAD20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9F73-1E0B-4C2A-B9F8-9F39E7BEF0ED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480FB-14D8-4DBF-B82A-7A31DD5A5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2F4EF-83A9-5B8F-8CA1-5ADF6AC89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48B6-08FA-4EE3-9036-FDD31D077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527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AA25A9-AA18-14D7-64C3-049EDA8A8E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DE8BB5-D2D5-0280-06A1-51D07FA67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BC4B3-D383-8950-346B-AE475E441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9F73-1E0B-4C2A-B9F8-9F39E7BEF0ED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7AF91-947C-782B-4768-97633F593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0F23C-EDC7-EDE5-5E28-F93B74CAB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48B6-08FA-4EE3-9036-FDD31D077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973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2065FF-B45A-D970-4FAB-B759C643A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9496E-F2D1-E304-D78C-4BB006F69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A6F95-0915-1145-B28E-B71107C190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229F73-1E0B-4C2A-B9F8-9F39E7BEF0ED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CAC8F-CD79-BCDF-FDE6-60F812EB5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5CA14-578B-D148-FF8B-5416828F6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CC48B6-08FA-4EE3-9036-FDD31D077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0019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7F3636-4499-267E-294B-033A3471D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69" y="450167"/>
            <a:ext cx="3650239" cy="57396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7CBC10-9C36-F064-966E-4218BE2BE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51" y="450168"/>
            <a:ext cx="3023274" cy="57396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6C4ACA-DF09-9663-ABF1-EF089CB7CB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995"/>
          <a:stretch>
            <a:fillRect/>
          </a:stretch>
        </p:blipFill>
        <p:spPr>
          <a:xfrm>
            <a:off x="7498069" y="450167"/>
            <a:ext cx="2855753" cy="573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09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Bowman</dc:creator>
  <cp:lastModifiedBy>Richard Bowman</cp:lastModifiedBy>
  <cp:revision>1</cp:revision>
  <dcterms:created xsi:type="dcterms:W3CDTF">2026-03-14T14:08:27Z</dcterms:created>
  <dcterms:modified xsi:type="dcterms:W3CDTF">2026-03-14T14:11:22Z</dcterms:modified>
</cp:coreProperties>
</file>